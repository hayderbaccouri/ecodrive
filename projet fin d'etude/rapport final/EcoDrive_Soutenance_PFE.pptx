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D5F3F">
              <a:alpha val="6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EcoDrive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web de showroom et de catalogue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B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véhicules électriques en Tunisie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 Fin d’Études — BTS Informatique de Gestion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Hayder BACCOURI  |  Encadrant : M. Nidhal TARHOUNI  |  ISPRI  |  Session 2024-2026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73152" cy="1051560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VE en Tunisie et lacunes des solutions existantes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51560"/>
            <a:ext cx="73152" cy="1051560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Objectifs du projet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EcoDrive doit permettre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286000"/>
            <a:ext cx="73152" cy="1051560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des besoins &amp; Acteurs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17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et rôles (Visiteur, Client, Admin)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2286000"/>
            <a:ext cx="73152" cy="1051560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Conception &amp; 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017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techniques, MVC, modèle de données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520440"/>
            <a:ext cx="73152" cy="1051560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Réalisation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251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développés et sécurité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520440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520440"/>
            <a:ext cx="73152" cy="1051560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98348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Tests, Déploiement &amp; Perspectives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4251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mise en service et évolutions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Problématique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931920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393192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mondiale vers la mobilité électrique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du marché des VE en Tunisie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Incitations fiscales et développement des bornes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croissante d’informations fiables et de services en ligne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31920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709160" y="914400"/>
            <a:ext cx="393192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de concessionnaires souvent statiques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Fiches techniques incomplètes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réservation d’essai en ligne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panneau d’administration ni de statistiques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Informations dispersées (réseaux sociaux, sites institutionnels)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Objectifs du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60120"/>
            <a:ext cx="73152" cy="868680"/>
          </a:xfrm>
          <a:prstGeom prst="rect">
            <a:avLst/>
          </a:prstGeom>
          <a:solidFill>
            <a:srgbClr val="5B9A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612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97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Catalogue complet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véhicules électriques avec fiches techniques normalisées (batterie, autonomie, recharge…)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80467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920240"/>
            <a:ext cx="73152" cy="868680"/>
          </a:xfrm>
          <a:prstGeom prst="rect">
            <a:avLst/>
          </a:prstGeom>
          <a:solidFill>
            <a:srgbClr val="5B9A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214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057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Parcours client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Showroom, réservation d’essais en ligne, espace client, contact &amp; newsletter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880360"/>
            <a:ext cx="80467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2880360"/>
            <a:ext cx="73152" cy="868680"/>
          </a:xfrm>
          <a:prstGeom prst="rect">
            <a:avLst/>
          </a:prstGeom>
          <a:solidFill>
            <a:srgbClr val="5B9A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8152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017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Back-office complet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6304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CRUD voitures/bornes, réservations, utilisateurs, audit, exports CSV/SQL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80467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548640" y="3840480"/>
            <a:ext cx="73152" cy="868680"/>
          </a:xfrm>
          <a:prstGeom prst="rect">
            <a:avLst/>
          </a:prstGeom>
          <a:solidFill>
            <a:srgbClr val="5B9A3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4164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977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renforcée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463040" y="4297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CSRF, requêtes préparées, bcrypt, rate limiting, journal d’audit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SWOT d’EcoDrive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06908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77240"/>
            <a:ext cx="406908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modulaire et sécurisée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+ fiches normalisées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Réservation d’essais en ligne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Panneau admin riche (audit, stats)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vanilla pédagogique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6908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777240"/>
            <a:ext cx="406908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Faiblesses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paiement en ligne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encore multilingue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local (XAMPP)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PWA / app native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limité (14 VE)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6908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34640"/>
            <a:ext cx="40690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Opportunités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du marché VE en Tunisie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Incitations fiscales &amp; bornes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de solutions digitales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marketplace / leasing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Partenariats importateurs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06908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834640"/>
            <a:ext cx="40690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Menaces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Concurrence constructeurs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rapide des modèles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Exigences protection des données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d’hébergement production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 qualité données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Acteurs &amp; Principales fonctionnalités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743200" cy="50292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Consulter showroom &amp; catalogue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Voir fiches techniques &amp; bornes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S’inscrire / Se connecter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Envoyer un message / Newsletter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914400"/>
            <a:ext cx="2743200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914400"/>
            <a:ext cx="2743200" cy="50292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Réserver un essai en ligne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Consulter « Mes essais 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Modifier son profil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Exporter créneau (.ics)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914400"/>
            <a:ext cx="2743200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Administrateur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CRUD Voitures &amp; Bornes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Gérer réservations &amp; utilisateurs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Statistiques &amp; Journal d’audit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Exports CSV + Sauvegarde SQL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Choix techniques &amp; Environnement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01168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01168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MariaDB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proche MVC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préparées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201168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606040" y="914400"/>
            <a:ext cx="201168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1645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sémantique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 (Grid / Flexbox)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vanilla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+ Leaflet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201168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914400"/>
            <a:ext cx="201168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Outils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XAMPP (Apache)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Git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phpMyAdmin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 (UML)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0"/>
            <a:ext cx="201168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903720" y="914400"/>
            <a:ext cx="201168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Méthode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1645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en cascade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UML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 mois de travail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pédagogique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49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Pourquoi du vanilla (sans framework) 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Démarche pédagogique : maîtriser les mécanismes fondamentaux du web (HTTP, sessions, SQL, sécurité)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d’utiliser des frameworks. Code facilement maintenable et compréhensible.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du système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3-tiers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91440" cy="914400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Présentation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générées PHP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84048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31720"/>
            <a:ext cx="91440" cy="914400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PHP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réservation, rôles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84048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383280"/>
            <a:ext cx="91440" cy="914400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Données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MariaDB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préparées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Modèle proche MVC + Données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46304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+ requêtes préparées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partials (header, footer, meta)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Contrôleur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d’action (admin, reservation…)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Entités principales 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utilisateur (client / admin)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voiture (14 modèles)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borne (Exicom)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reservation (pending/confirmed…)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contact_message, newsletter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admin_audit, rate_limits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Réalisation — Modules développés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Comptes &amp; Utilisateurs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Authentification, inscription, profil, gestion des rôles, journal d’audit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914400"/>
            <a:ext cx="27432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2044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Catalogue &amp; Fiches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VE, filtres, tri, pagination, fiches techniques détaillées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27432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Voitures &amp; Bornes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admin, upload images sécurisé, génération pages détail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7432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Réservation d’essais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Créneaux, statuts, emails, export .ics, règles anti-chevauchement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2880360"/>
            <a:ext cx="27432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044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Contact &amp; Newsletter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Formulaire, rate limiting, carte Leaflet, abonnement anti-spam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27432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Tableau de bord Admin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graphiques Chart.js, exports CSV, sauvegarde SQL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Mesures de sécurité mises en œuvre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057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14400"/>
            <a:ext cx="20574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CSRF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1208" y="16459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généré côté serveur et vérifié sur tous les formulaires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2057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606040" y="914400"/>
            <a:ext cx="20574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9" name="Text 7"/>
          <p:cNvSpPr/>
          <p:nvPr/>
        </p:nvSpPr>
        <p:spPr>
          <a:xfrm>
            <a:off x="2715768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Requêtes préparées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15768" y="16459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mysqli_prepare + bind_param — protection anti-injection SQL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2057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914400"/>
            <a:ext cx="20574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Hachage bcrypt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6459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password_hash / password_verify — mots de passe jamais en clair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914400"/>
            <a:ext cx="2057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5160" y="914400"/>
            <a:ext cx="20574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04888" y="16459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tentatives (connexion 5/15 min, contact 3/10 min…)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880360"/>
            <a:ext cx="2057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880360"/>
            <a:ext cx="20574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sécurisée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session_regenerate_id(true) à chaque connexion réussie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06040" y="2880360"/>
            <a:ext cx="2057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606040" y="2880360"/>
            <a:ext cx="20574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25" name="Text 23"/>
          <p:cNvSpPr/>
          <p:nvPr/>
        </p:nvSpPr>
        <p:spPr>
          <a:xfrm>
            <a:off x="2715768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Journal d’audit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15768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Traçabilité de chaque action administrative sensible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880360"/>
            <a:ext cx="2057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0600" y="2880360"/>
            <a:ext cx="20574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29" name="Text 27"/>
          <p:cNvSpPr/>
          <p:nvPr/>
        </p:nvSpPr>
        <p:spPr>
          <a:xfrm>
            <a:off x="4910328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Uploads contrôlés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0328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MIME, extension et taille max (5 Mo) pour les images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95160" y="2880360"/>
            <a:ext cx="2057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995160" y="2880360"/>
            <a:ext cx="20574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33" name="Text 31"/>
          <p:cNvSpPr/>
          <p:nvPr/>
        </p:nvSpPr>
        <p:spPr>
          <a:xfrm>
            <a:off x="7104888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Données perso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04888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Minimisation et conformité aux principes de la loi tunisienne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Stratégie &amp; Résultats des tests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27432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Fonctionnels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module testé dès sa réalisation (connexion, catalogue, réservation…)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868680"/>
            <a:ext cx="27432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868680"/>
            <a:ext cx="27432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métier (créneau déjà pris, email existant, champs obligatoires…)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7432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868680"/>
            <a:ext cx="274320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SQL, CSRF, rate limiting, accès non autorisés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solidFill>
            <a:srgbClr val="1E3A2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Résultats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modules testés et validés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détectées corrigées et re-testées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de traçabilité Besoins → Cas d’utilisation → Tests établie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locale : pages &lt; 1,5 s  |  Lighthouse Performance ≈ 85-90  |  Accessibilité ≈ 90+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Déploiement &amp; Perspectives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02336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4023360" cy="7315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Déploiement actuel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Pile XAMPP (Apache + MariaDB + PHP)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du fichier SQL fourni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centralisée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d’installation claire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production estimé :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– 600 TND / an (domaine + hébergement + SSL)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402336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709160" y="868680"/>
            <a:ext cx="402336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Perspectives d’évolution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terme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Hébergement production, multilingue (FR/AR), SEO renforcé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 terme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PWA, notifications email/SMS, module devis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en ligne, API REST, géolocalisation bornes, gestion stock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EcoDrive est une application web complète et sécurisée qui couvre l’ensemble du parcours client d’un showroom de véhicules électriques.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1E3A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besoins, acteurs et cas d’utilisation réalisés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1E3A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UML + architecture 3-tiers / proche MVC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1E3A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de 6 modules majeurs + sécurité renforcée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1E3A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fonctionnels, de validation et de sécurité validés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1E3A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solide et évolutive pour un outil professionnel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pour votre attention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5B9A3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Hayder BACCOURI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Informatique de Gestion — ISPRI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Encadrant : M. Nidhal TARHOUNI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EcoDrive — Soutenance PFE BTS Informatique de Gestion</dc:title>
  <dc:subject>PptxGenJS Presentation</dc:subject>
  <dc:creator>Hayder BACCOURI</dc:creator>
  <cp:lastModifiedBy>Hayder BACCOURI</cp:lastModifiedBy>
  <cp:revision>1</cp:revision>
  <dcterms:created xsi:type="dcterms:W3CDTF">2026-09-08T19:56:59Z</dcterms:created>
  <dcterms:modified xsi:type="dcterms:W3CDTF">2026-09-08T19:56:59Z</dcterms:modified>
</cp:coreProperties>
</file>